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9C3E47-8EE6-2AE0-0892-30FB11876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8962055-44D0-6F14-21CF-E61AE2291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A8C0CD-24A0-75C4-E78B-2D1A8B1F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1990C8-66DB-DFC4-32CD-ADB7F1EE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23A28D-8B5F-1B52-2D8E-D5FE4FEE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416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4EBD0-6A2B-3202-FAE0-684B3B47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6192BB-3F22-1004-41C5-F08769D6D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D3EDB5-3673-A0F6-A426-612F5C40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79EFC6-94B8-FC3D-E60A-673676B8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65F952-2BB1-B7D9-5578-7CF0DCDB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75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CBAD41-C055-2AAF-EC4C-FA3612B5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70C9D7-95AC-DB98-A98B-5C5FF6A00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254155-3E2A-37A7-4920-811BFBAA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2DC9CF-A128-9F6B-3DCF-1D9DFFD5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524650-9F79-0003-6346-8AE91697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41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790BD9-2C0B-3807-850F-991D31FB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E936A2-D042-46F4-D97E-C70ED38CA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8D29EC-DE9F-8DE8-049D-1FFDF9D83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D519B4-EE49-875A-4B8D-25C1B8DC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CC4F79-9521-003A-6158-4DF47BD96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209452-9A2C-33D6-66A6-C3C31EBD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81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1A1F9C-B0FC-B701-F794-4D9EBA3EC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5F69AC-DC13-1776-3686-353785AE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60EEB2-E987-25C1-63C3-1B80BB562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37D8A53-4B0B-A984-B6CA-A1EBCE2E7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E5D1A2-62FE-A0A8-6D43-89DBB85F3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7824E3-DF95-01EE-A3AC-772E2C34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17CD8EF-52AE-93DB-FE3E-EC5E367A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A1DB7C2-FCE9-E6A1-ABA8-2E7CD889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96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09C07-BB5E-D747-5B19-F7DC6F1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A3B3CA4-7D3C-6EBA-6732-5275585D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15D614-C66D-EB6B-F055-F85D1856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18490B3-FD9A-FC21-6DA4-9E3FB6D3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75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EDB846-3E70-CB9E-1981-DB30908B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1BAC5-EC56-B2AC-06FE-425D4B06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11FCE5-ACC9-7C45-0B80-A9408FFF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5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522BD-0DA8-8A6C-4ACD-036E512A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44DB93-C325-CE18-304B-D7994663A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2D3980-F80D-A8A0-8D10-9E055A217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64BE43-1E5F-394C-B7BF-6B3C1BE5D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050A80-E7E9-2804-76A3-0255F309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1750CA-B266-63AE-48C5-50759891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04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5D9E1F-8444-9FDF-CA54-35E0AD29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3D222FD-7671-3414-523C-981150C7B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CD7F04-28A8-5E26-CB59-D9E352F91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CA489F-6D23-DB08-143E-70A12904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C5657E-0F0D-CE62-A9EB-9B789E85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6C28FC-41F5-45D1-7808-87835C64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53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4AA20-1583-F03B-91F0-6E981E4E3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37B32E-4D02-9BE4-9D3D-6D639E240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5A0138-09FE-2878-3769-F9AF978E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46A914-2D15-2084-6B6F-B2E94A56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35F00-ECAA-EB41-89BF-B7387319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5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65D48B-DA94-FF3C-0F1A-5FC5DD431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F51E86-5620-BAF5-7394-A1BA495A2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459960-C67F-0614-4BCF-14E5C061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A48E8D-F0D9-20FF-7E2D-175B25C3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FBEC3-D662-8E42-AF1B-896C4AB3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27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535DF5-AA45-E4BC-89C5-F1C23BA50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531D87-863F-351F-76B4-A7C1EDBD1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A9E5B4-E1E4-43DF-1C9B-F9BB1344B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7EB34-F643-4C79-937B-CFABAB2C1826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9728C9-441C-5DF2-5C3D-DCD342C66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1F9BEF-B84C-451B-2F06-629B107EC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1FF80-4F79-4652-B99B-472B6C3428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76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787F74-7283-D676-CA61-03A6D37FB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ja-JP"/>
              <a:t>test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60F1CF-FF42-D6EA-1D95-610524D5D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1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寛起 伊藤</dc:creator>
  <cp:lastModifiedBy>寛起 伊藤</cp:lastModifiedBy>
  <cp:revision>1</cp:revision>
  <dcterms:created xsi:type="dcterms:W3CDTF">2026-05-17T14:34:15Z</dcterms:created>
  <dcterms:modified xsi:type="dcterms:W3CDTF">2026-05-17T14:34:26Z</dcterms:modified>
</cp:coreProperties>
</file>